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8d7e48b06b44a0" /><Relationship Type="http://schemas.openxmlformats.org/officeDocument/2006/relationships/extended-properties" Target="/docProps/app.xml" Id="R55be1236c8e84765" /><Relationship Type="http://schemas.openxmlformats.org/officeDocument/2006/relationships/officeDocument" Target="/ppt/presentation.xml" Id="R110fb8d94b1f4f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e885cf4ee24cb2"/>
  </p:sldMasterIdLst>
  <p:notesMasterIdLst>
    <p:notesMasterId xmlns:r="http://schemas.openxmlformats.org/officeDocument/2006/relationships" r:id="Rf6d2077ec2e94e14"/>
  </p:notesMasterIdLst>
  <p:sldIdLst>
    <p:sldId xmlns:r="http://schemas.openxmlformats.org/officeDocument/2006/relationships" id="256" r:id="R1f277e24c21f4915"/>
    <p:sldId xmlns:r="http://schemas.openxmlformats.org/officeDocument/2006/relationships" id="257" r:id="R453b8ec745944411"/>
    <p:sldId xmlns:r="http://schemas.openxmlformats.org/officeDocument/2006/relationships" id="258" r:id="R34f3e89340d7418b"/>
    <p:sldId xmlns:r="http://schemas.openxmlformats.org/officeDocument/2006/relationships" id="259" r:id="Rb4bf2f4f2c6a4a1a"/>
    <p:sldId xmlns:r="http://schemas.openxmlformats.org/officeDocument/2006/relationships" id="260" r:id="Rbfd3e07fa43a4816"/>
    <p:sldId xmlns:r="http://schemas.openxmlformats.org/officeDocument/2006/relationships" id="261" r:id="R88fa62a14e0e4a04"/>
    <p:sldId xmlns:r="http://schemas.openxmlformats.org/officeDocument/2006/relationships" id="262" r:id="Re809f83d8b2841d4"/>
    <p:sldId xmlns:r="http://schemas.openxmlformats.org/officeDocument/2006/relationships" id="263" r:id="R37d7bc47c8fa4335"/>
    <p:sldId xmlns:r="http://schemas.openxmlformats.org/officeDocument/2006/relationships" id="264" r:id="R879d8b1239b048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df8037dd7746da" /><Relationship Type="http://schemas.openxmlformats.org/officeDocument/2006/relationships/slideMaster" Target="/ppt/slideMasters/slideMaster1.xml" Id="Rcce885cf4ee24cb2" /><Relationship Type="http://schemas.openxmlformats.org/officeDocument/2006/relationships/notesMaster" Target="/ppt/notesMasters/notesMaster1.xml" Id="Rf6d2077ec2e94e14" /><Relationship Type="http://schemas.openxmlformats.org/officeDocument/2006/relationships/presProps" Target="/ppt/presProps.xml" Id="Re1f145d80ff04848" /><Relationship Type="http://schemas.openxmlformats.org/officeDocument/2006/relationships/tableStyles" Target="/ppt/tableStyles.xml" Id="Rdeb874ff0fb4470e" /><Relationship Type="http://schemas.openxmlformats.org/officeDocument/2006/relationships/slide" Target="/ppt/slides/slide1.xml" Id="R1f277e24c21f4915" /><Relationship Type="http://schemas.openxmlformats.org/officeDocument/2006/relationships/slide" Target="/ppt/slides/slide2.xml" Id="R453b8ec745944411" /><Relationship Type="http://schemas.openxmlformats.org/officeDocument/2006/relationships/slide" Target="/ppt/slides/slide3.xml" Id="R34f3e89340d7418b" /><Relationship Type="http://schemas.openxmlformats.org/officeDocument/2006/relationships/slide" Target="/ppt/slides/slide4.xml" Id="Rb4bf2f4f2c6a4a1a" /><Relationship Type="http://schemas.openxmlformats.org/officeDocument/2006/relationships/slide" Target="/ppt/slides/slide5.xml" Id="Rbfd3e07fa43a4816" /><Relationship Type="http://schemas.openxmlformats.org/officeDocument/2006/relationships/slide" Target="/ppt/slides/slide6.xml" Id="R88fa62a14e0e4a04" /><Relationship Type="http://schemas.openxmlformats.org/officeDocument/2006/relationships/slide" Target="/ppt/slides/slide7.xml" Id="Re809f83d8b2841d4" /><Relationship Type="http://schemas.openxmlformats.org/officeDocument/2006/relationships/slide" Target="/ppt/slides/slide8.xml" Id="R37d7bc47c8fa4335" /><Relationship Type="http://schemas.openxmlformats.org/officeDocument/2006/relationships/slide" Target="/ppt/slides/slide9.xml" Id="R879d8b1239b048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a4df17d99f49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Vizuara AI Systems">
      <a:dk1>
        <a:srgbClr val="000000"/>
      </a:dk1>
      <a:lt1>
        <a:srgbClr val="FFFFFF"/>
      </a:lt1>
      <a:dk2>
        <a:srgbClr val="20232D"/>
      </a:dk2>
      <a:lt2>
        <a:srgbClr val="F6F7FA"/>
      </a:lt2>
      <a:accent1>
        <a:srgbClr val="E000E8"/>
      </a:accent1>
      <a:accent2>
        <a:srgbClr val="27A9D8"/>
      </a:accent2>
      <a:accent3>
        <a:srgbClr val="FFB237"/>
      </a:accent3>
      <a:accent4>
        <a:srgbClr val="9565FF"/>
      </a:accent4>
      <a:accent5>
        <a:srgbClr val="08799C"/>
      </a:accent5>
      <a:accent6>
        <a:srgbClr val="B000B8"/>
      </a:accent6>
      <a:hlink>
        <a:srgbClr val="08799C"/>
      </a:hlink>
      <a:folHlink>
        <a:srgbClr val="B000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zuara AI System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e0d415466f4217" /><Relationship Type="http://schemas.openxmlformats.org/officeDocument/2006/relationships/notesMaster" Target="/ppt/notesMasters/notesMaster1.xml" Id="Re8646f0b168647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1b88f170054588" /><Relationship Type="http://schemas.openxmlformats.org/officeDocument/2006/relationships/notesMaster" Target="/ppt/notesMasters/notesMaster1.xml" Id="Rc9887234323442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147969cc1f4405" /><Relationship Type="http://schemas.openxmlformats.org/officeDocument/2006/relationships/notesMaster" Target="/ppt/notesMasters/notesMaster1.xml" Id="R11a04dbc186840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e0804440a04f98" /><Relationship Type="http://schemas.openxmlformats.org/officeDocument/2006/relationships/notesMaster" Target="/ppt/notesMasters/notesMaster1.xml" Id="R0f7a195f954842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f49f23143c4e74" /><Relationship Type="http://schemas.openxmlformats.org/officeDocument/2006/relationships/notesMaster" Target="/ppt/notesMasters/notesMaster1.xml" Id="Ra019be0b876548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d916c63f114d6a" /><Relationship Type="http://schemas.openxmlformats.org/officeDocument/2006/relationships/notesMaster" Target="/ppt/notesMasters/notesMaster1.xml" Id="R0f74f13ccbf9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034e2f99014714" /><Relationship Type="http://schemas.openxmlformats.org/officeDocument/2006/relationships/notesMaster" Target="/ppt/notesMasters/notesMaster1.xml" Id="Rb3b790b78e1740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6ce0496a6543e2" /><Relationship Type="http://schemas.openxmlformats.org/officeDocument/2006/relationships/notesMaster" Target="/ppt/notesMasters/notesMaster1.xml" Id="Rbbf77b9eb3f944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9d9585d540477a" /><Relationship Type="http://schemas.openxmlformats.org/officeDocument/2006/relationships/notesMaster" Target="/ppt/notesMasters/notesMaster1.xml" Id="R38dff4f854d549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bracketed text. Use a precise title and identify what you personally worked on. Affiliation does not imply employer endorsement. The template is optional; an existing deck or notebook is welcome.</a:t>
            </a:r>
          </a:p>
          <a:p xmlns:a="http://schemas.openxmlformats.org/drawingml/2006/main">
            <a:r>
              <a:t>Brand asset: Vizuara inference workshop project, public/vizuara-logo-color.png.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two or three concrete outcomes. Explain what participants should already know. Adjust the level to the published audience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asset: Vizuara logo from the existing Vizuara inference workshop project. All bracketed content is intentionally editable template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a real workload. Explain the baseline, objective and constraints before naming the optimisation. Use public or cleared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asset: Vizuara logo from the existing Vizuara inference workshop project. All bracketed content is intentionally editable template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open space with a legible architecture diagram, annotated screenshot or equation. Walk through the data and control flow. Define symbols and jargon when first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asset: Vizuara logo from the existing Vizuara inference workshop project. All bracketed content is intentionally editable template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smallest example that explains the idea. Replace this pseudocode with your own code. Annotate meaningful operations. For live demos, include a tested repository and a backup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asset: Vizuara logo from the existing Vizuara inference workshop project. All bracketed content is intentionally editable template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every placeholder with measured results, or delete this slide. Do not leave illustrative numbers in a final talk. Explain hardware, software versions, workload, warm-up and measurement procedure. Include the baseline and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asset: Vizuara logo from the existing Vizuara inference workshop project. All bracketed content is intentionally editable template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Optional workshop layout. Provide the tested setup link and access requirements at least 72 hours before the session. State whether learners need a GPU and provide a fallback if they do not have one. Add break slides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asset: Vizuara logo from the existing Vizuara inference workshop project. All bracketed content is intentionally editable template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Summarise what the audience can apply. State when the approach is useful and when a different approach may be better. Include limitations and open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asset: Vizuara logo from the existing Vizuara inference workshop project. All bracketed content is intentionally editable template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Reserve Q&amp;A within the booked duration. Link the paper, repository and further reading. Share a professional contact only if you want attendees to use it. Finish on time and follow the agreed recording/publication preferences.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Brand asset: Vizuara logo from the existing Vizuara inference workshop project. All bracketed content is intentionally editable template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38897a0d94a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9d4e19f0764396" /><Relationship Type="http://schemas.openxmlformats.org/officeDocument/2006/relationships/slideLayout" Target="/ppt/slideLayouts/slideLayout1.xml" Id="R2807e51de53d4a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7e51de53d4a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Vizuara AI Systems">
      <a:dk1>
        <a:srgbClr val="000000"/>
      </a:dk1>
      <a:lt1>
        <a:srgbClr val="FFFFFF"/>
      </a:lt1>
      <a:dk2>
        <a:srgbClr val="20232D"/>
      </a:dk2>
      <a:lt2>
        <a:srgbClr val="F6F7FA"/>
      </a:lt2>
      <a:accent1>
        <a:srgbClr val="E000E8"/>
      </a:accent1>
      <a:accent2>
        <a:srgbClr val="27A9D8"/>
      </a:accent2>
      <a:accent3>
        <a:srgbClr val="FFB237"/>
      </a:accent3>
      <a:accent4>
        <a:srgbClr val="9565FF"/>
      </a:accent4>
      <a:accent5>
        <a:srgbClr val="08799C"/>
      </a:accent5>
      <a:accent6>
        <a:srgbClr val="B000B8"/>
      </a:accent6>
      <a:hlink>
        <a:srgbClr val="08799C"/>
      </a:hlink>
      <a:folHlink>
        <a:srgbClr val="B000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zuara AI System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8831031744cf0" /><Relationship Type="http://schemas.openxmlformats.org/officeDocument/2006/relationships/image" Target="/ppt/media/image.png" Id="R03505367bccc4dfc" /><Relationship Type="http://schemas.openxmlformats.org/officeDocument/2006/relationships/notesSlide" Target="/ppt/notesSlides/notesSlide1.xml" Id="R69efdd5ca7514f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957c959114961" /><Relationship Type="http://schemas.openxmlformats.org/officeDocument/2006/relationships/image" Target="/ppt/media/image2.png" Id="Raa465ccbaa184878" /><Relationship Type="http://schemas.openxmlformats.org/officeDocument/2006/relationships/notesSlide" Target="/ppt/notesSlides/notesSlide2.xml" Id="R909ac4adc01e45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f95e41ab449bf" /><Relationship Type="http://schemas.openxmlformats.org/officeDocument/2006/relationships/image" Target="/ppt/media/image3.png" Id="R27f0fe059ddb4f4b" /><Relationship Type="http://schemas.openxmlformats.org/officeDocument/2006/relationships/notesSlide" Target="/ppt/notesSlides/notesSlide3.xml" Id="R508fd3364383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958503a2f4f29" /><Relationship Type="http://schemas.openxmlformats.org/officeDocument/2006/relationships/image" Target="/ppt/media/image4.png" Id="R48874487784541db" /><Relationship Type="http://schemas.openxmlformats.org/officeDocument/2006/relationships/notesSlide" Target="/ppt/notesSlides/notesSlide4.xml" Id="Rb3a1b9fdf88d45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f56a313e24680" /><Relationship Type="http://schemas.openxmlformats.org/officeDocument/2006/relationships/image" Target="/ppt/media/image5.png" Id="Rb89cd742969b4fa3" /><Relationship Type="http://schemas.openxmlformats.org/officeDocument/2006/relationships/notesSlide" Target="/ppt/notesSlides/notesSlide5.xml" Id="R6d9adb1ba4ab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33be1787740dd" /><Relationship Type="http://schemas.openxmlformats.org/officeDocument/2006/relationships/image" Target="/ppt/media/image6.png" Id="R1590e65d1b6f4c38" /><Relationship Type="http://schemas.openxmlformats.org/officeDocument/2006/relationships/notesSlide" Target="/ppt/notesSlides/notesSlide6.xml" Id="R494b01f5da6342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f6c9d55e840f1" /><Relationship Type="http://schemas.openxmlformats.org/officeDocument/2006/relationships/image" Target="/ppt/media/image7.png" Id="Rdc5ddd0a07314113" /><Relationship Type="http://schemas.openxmlformats.org/officeDocument/2006/relationships/notesSlide" Target="/ppt/notesSlides/notesSlide7.xml" Id="R446ebfadbe5f45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e49bd7e9244bd" /><Relationship Type="http://schemas.openxmlformats.org/officeDocument/2006/relationships/image" Target="/ppt/media/image8.png" Id="R16db8c054593436c" /><Relationship Type="http://schemas.openxmlformats.org/officeDocument/2006/relationships/notesSlide" Target="/ppt/notesSlides/notesSlide8.xml" Id="Ra3f64d6e02834d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18cb588f241cb" /><Relationship Type="http://schemas.openxmlformats.org/officeDocument/2006/relationships/image" Target="/ppt/media/image9.png" Id="R089875a85cea41bc" /><Relationship Type="http://schemas.openxmlformats.org/officeDocument/2006/relationships/notesSlide" Target="/ppt/notesSlides/notesSlide9.xml" Id="R6ee1881b595e46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05367bccc4dfc"/>
          <a:stretch xmlns:a="http://schemas.openxmlformats.org/drawingml/2006/main"/>
        </p:blipFill>
        <p:spPr>
          <a:xfrm xmlns:a="http://schemas.openxmlformats.org/drawingml/2006/main">
            <a:off x="9620250" y="6858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531CB-D3D9-44F4-8013-6D4901B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VIZUARA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CE199-88E6-4429-A5EF-863E296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AAFEC-ACEE-4033-BB5D-90AF632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[Your session title]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B95DB-1F5C-4CCD-BE88-2BF0B303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[A specific problem your audience will understand]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DFB31-9B4E-4783-8019-97BD8C96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[Speaker name]  /  [Role and organisation]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B778D-07D8-406A-9EB9-4CE83041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[Date]  /  [30, 60 or 180 minutes]</a:t>
            </a:r>
          </a:p>
        </p:txBody>
      </p:sp>
    </p:spTree>
    <p:extLst>
      <p:ext uri="{BB962C8B-B14F-4D97-AF65-F5344CB8AC3E}">
        <p14:creationId xmlns:p14="http://schemas.microsoft.com/office/powerpoint/2010/main" val="878004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65ccbaa184878"/>
          <a:stretch xmlns:a="http://schemas.openxmlformats.org/drawingml/2006/main"/>
        </p:blipFill>
        <p:spPr>
          <a:xfrm xmlns:a="http://schemas.openxmlformats.org/drawingml/2006/main">
            <a:off x="11144250" y="428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6402F-DF8C-4728-8FC6-4617D17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What participants will 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B9661-55FE-4459-A7D9-3C1E070A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Vizuara 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5F3FE-7FB9-4BC3-BB44-98B74FE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76EA8-F7DD-4C67-A420-FB096707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D9A7F-0487-46A2-A858-CFA68FCB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574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[Explain the central mechanism]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618CB-EE9E-410A-AE33-7956E7D0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99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9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75E52-4CF8-4C13-892E-5CCA6EE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[Implement or inspect a concrete example]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D5BAE-A44A-4C2C-B443-0A48C448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B7789-26D3-44FB-B46D-CC2F4BCE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434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[Recognise the main tradeoff or limitation]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8CAE9-04A4-428A-B9F4-58EF2539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Prerequisites: [concepts, tools or experience]</a:t>
            </a:r>
          </a:p>
        </p:txBody>
      </p:sp>
    </p:spTree>
    <p:extLst>
      <p:ext uri="{BB962C8B-B14F-4D97-AF65-F5344CB8AC3E}">
        <p14:creationId xmlns:p14="http://schemas.microsoft.com/office/powerpoint/2010/main" val="14008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0fe059ddb4f4b"/>
          <a:stretch xmlns:a="http://schemas.openxmlformats.org/drawingml/2006/main"/>
        </p:blipFill>
        <p:spPr>
          <a:xfrm xmlns:a="http://schemas.openxmlformats.org/drawingml/2006/main">
            <a:off x="11144250" y="428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9A28F-F258-4427-9EC9-0FA90852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The engineering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B3E54-C7EF-4A63-81ED-2AF5AD3E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Vizuara 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7F7F0-9C23-4929-BB43-333AEFB7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1568B-1B3A-49E1-A816-D6E1E52F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[The bottleneck or question]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308BC-4BCA-4392-B25D-84D8A904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D38D4-0816-48BA-81A5-22E660B9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813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[Model, input and scale]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78E6C-6576-4AD5-843A-855DD80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E972F-405F-4CFB-A5FC-0526E6A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3862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[Latency, memory, cost or power]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8FD25-0183-4E42-8327-27C5B382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Success measure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BE92E-1E5D-48C3-8037-8D16E9C1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95875"/>
            <a:ext cx="752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[Metric and unit]</a:t>
            </a:r>
          </a:p>
        </p:txBody>
      </p:sp>
    </p:spTree>
    <p:extLst>
      <p:ext uri="{BB962C8B-B14F-4D97-AF65-F5344CB8AC3E}">
        <p14:creationId xmlns:p14="http://schemas.microsoft.com/office/powerpoint/2010/main" val="505926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74487784541db"/>
          <a:stretch xmlns:a="http://schemas.openxmlformats.org/drawingml/2006/main"/>
        </p:blipFill>
        <p:spPr>
          <a:xfrm xmlns:a="http://schemas.openxmlformats.org/drawingml/2006/main">
            <a:off x="11144250" y="428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0D8E8-B7E9-4CB2-A79D-70C78B2E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How the mechanism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746DE-A63E-4426-B27A-695348FE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Vizuara 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22031-D8D7-42D9-B542-B64B33B0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92227-FB75-4C50-8CE4-52002B40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676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[Your architecture diagram or annotated figure]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8AA06-DD37-429B-8D76-48995EAF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6692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24181-5C79-47D5-B7AB-C3685241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[What enters the system]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74A85-E9DE-4092-8338-34115386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Key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3FD90-56FA-4ABD-98D7-EE836212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862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[What changes and why]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4FBB1-6DEB-440D-A5CA-043009D5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99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799C"/>
                </a:solidFill>
                <a:latin typeface="Arial"/>
                <a:ea typeface="Arial"/>
                <a:cs typeface="Arial"/>
              </a:rPr>
              <a:t>[One-sentence explanation of the mechanism]</a:t>
            </a:r>
          </a:p>
        </p:txBody>
      </p:sp>
    </p:spTree>
    <p:extLst>
      <p:ext uri="{BB962C8B-B14F-4D97-AF65-F5344CB8AC3E}">
        <p14:creationId xmlns:p14="http://schemas.microsoft.com/office/powerpoint/2010/main" val="987246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cd742969b4fa3"/>
          <a:stretch xmlns:a="http://schemas.openxmlformats.org/drawingml/2006/main"/>
        </p:blipFill>
        <p:spPr>
          <a:xfrm xmlns:a="http://schemas.openxmlformats.org/drawingml/2006/main">
            <a:off x="11144250" y="428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27CB3-DABA-4C2B-AB53-A158AF3D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A worked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2CCE1-BF60-47B9-B0A6-50AF901F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Vizuara 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651D6-B1E0-41D7-81BB-5246989F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B87B9-96EA-4E4E-9B8D-B8188C6A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04850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# Replace with a minimal 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input = ...</a:t>
            </a:r>
          </a:p>
          <a:p xmlns:a="http://schemas.openxmlformats.org/drawingml/2006/main">
            <a:pPr>
              <a:defRPr sz="202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baseline = ...</a:t>
            </a:r>
          </a:p>
          <a:p xmlns:a="http://schemas.openxmlformats.org/drawingml/2006/main">
            <a:pPr>
              <a:defRPr sz="202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result =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# State what the reader should 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203C4-8471-4130-8EB8-6D6DFE41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28825"/>
            <a:ext cx="3181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What to notice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96093-A230-4AA3-863A-990580B7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71775"/>
            <a:ext cx="323850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[The operation that matters]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[The expected output]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[An important edge case]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AD811-278A-4B56-9AA1-4332CED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Code and environment: [repository, version and setup]</a:t>
            </a:r>
          </a:p>
        </p:txBody>
      </p:sp>
    </p:spTree>
    <p:extLst>
      <p:ext uri="{BB962C8B-B14F-4D97-AF65-F5344CB8AC3E}">
        <p14:creationId xmlns:p14="http://schemas.microsoft.com/office/powerpoint/2010/main" val="194413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0e65d1b6f4c38"/>
          <a:stretch xmlns:a="http://schemas.openxmlformats.org/drawingml/2006/main"/>
        </p:blipFill>
        <p:spPr>
          <a:xfrm xmlns:a="http://schemas.openxmlformats.org/drawingml/2006/main">
            <a:off x="11144250" y="428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FBCEE-BDAF-4E43-8B2D-DD1E55C8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Results and tradeoffs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15354-A2CD-47CC-90D6-24BF4934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Vizuara 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2A30F-A135-4EBC-A52B-EEF40B2E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95650"/>
                <a:gridCol w="3295650"/>
              </a:tblGrid>
              <a:tr h="6762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20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20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Your approach</a:t>
                      </a:r>
                    </a:p>
                  </a:txBody>
                  <a:tcPr marL="91440" marR="91440" marT="45720" marB="45720">
                    <a:solidFill>
                      <a:srgbClr val="20232D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[Metric and unit]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[Measured value]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[Measured value]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[Metric and unit]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[Measured value]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[Measured value]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[Resource or cost]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[Measured value]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32D"/>
                          </a:solidFill>
                          <a:latin typeface="Arial"/>
                          <a:ea typeface="Arial"/>
                          <a:cs typeface="Arial"/>
                        </a:rPr>
                        <a:t>[Measured value]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F43EA-6795-45FF-93F0-E7BEA22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Conditions: [hardware, versions, workload and method]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486C8-8A4F-48E2-ACCB-DBD0BF66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000B8"/>
                </a:solidFill>
                <a:latin typeface="Arial"/>
                <a:ea typeface="Arial"/>
                <a:cs typeface="Arial"/>
              </a:rPr>
              <a:t>Tradeoff: [what improves, what becomes harder]</a:t>
            </a:r>
          </a:p>
        </p:txBody>
      </p:sp>
    </p:spTree>
    <p:extLst>
      <p:ext uri="{BB962C8B-B14F-4D97-AF65-F5344CB8AC3E}">
        <p14:creationId xmlns:p14="http://schemas.microsoft.com/office/powerpoint/2010/main" val="1837271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ddd0a07314113"/>
          <a:stretch xmlns:a="http://schemas.openxmlformats.org/drawingml/2006/main"/>
        </p:blipFill>
        <p:spPr>
          <a:xfrm xmlns:a="http://schemas.openxmlformats.org/drawingml/2006/main">
            <a:off x="11144250" y="428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2845C-3409-415A-95A4-49E16447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Hands-on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93B4D-0993-4D31-B451-F534D73A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Vizuara 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5C1E2-D20E-4000-9292-5073CDB7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0BDD6-FC89-4687-A002-4E6172D8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8394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[The task participants will complete]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507C5-480F-4666-BD8C-53B00733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7811D-91CE-40CB-9B21-4777C5CA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43275"/>
            <a:ext cx="777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[Notebook, repository and environment]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85048-E42A-4CAD-AE43-23C0A909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Time 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C0D66-656B-4475-928B-84FF5E20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29100"/>
            <a:ext cx="777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[Exercise duration]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94DA6-372C-4B35-94A8-884F8925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6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Success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D03DA-7C1C-473E-8D1D-81FB1CB9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14925"/>
            <a:ext cx="777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[A visible result or passing check]</a:t>
            </a:r>
          </a:p>
        </p:txBody>
      </p:sp>
    </p:spTree>
    <p:extLst>
      <p:ext uri="{BB962C8B-B14F-4D97-AF65-F5344CB8AC3E}">
        <p14:creationId xmlns:p14="http://schemas.microsoft.com/office/powerpoint/2010/main" val="1546486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b8c054593436c"/>
          <a:stretch xmlns:a="http://schemas.openxmlformats.org/drawingml/2006/main"/>
        </p:blipFill>
        <p:spPr>
          <a:xfrm xmlns:a="http://schemas.openxmlformats.org/drawingml/2006/main">
            <a:off x="11144250" y="428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C1BA8-DE56-4EC7-8530-0D550176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What to take 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D1B2A-728A-4EBA-8C43-8F19E6F8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Vizuara 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22DE8-BD68-43B9-B667-83CA1551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2D8BB-AF5E-45FE-AB81-6B1F2F8B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668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[The central idea]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60EB-0724-4415-8D62-D45EE57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Useful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5E999-1839-4B78-AE9E-2FE6D506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14725"/>
            <a:ext cx="7143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[The conditions where it helps]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F0978-A736-43DE-ADDC-91B2CCD8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C762A-6962-450B-818A-5AA7C5E4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7143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[The boundary of the result]</a:t>
            </a:r>
          </a:p>
        </p:txBody>
      </p:sp>
    </p:spTree>
    <p:extLst>
      <p:ext uri="{BB962C8B-B14F-4D97-AF65-F5344CB8AC3E}">
        <p14:creationId xmlns:p14="http://schemas.microsoft.com/office/powerpoint/2010/main" val="427009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875a85cea41bc"/>
          <a:stretch xmlns:a="http://schemas.openxmlformats.org/drawingml/2006/main"/>
        </p:blipFill>
        <p:spPr>
          <a:xfrm xmlns:a="http://schemas.openxmlformats.org/drawingml/2006/main">
            <a:off x="11144250" y="428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4859A-EFDD-4769-83A8-5FEAB3AC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2D"/>
                </a:solidFill>
                <a:latin typeface="Arial"/>
                <a:ea typeface="Arial"/>
                <a:cs typeface="Arial"/>
              </a:rPr>
              <a:t>Discussion and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A3ABA-098F-44CE-8B3B-50D81DD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Vizuara AI Systems Guest Series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3000E-6488-420E-B80B-BC01983E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150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8E843-7FB3-4996-ACDC-ABE65D24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B000B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B000B8"/>
                </a:solidFill>
                <a:latin typeface="Arial"/>
                <a:ea typeface="Arial"/>
                <a:cs typeface="Arial"/>
              </a:rPr>
              <a:t>[A question for the audience]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54D1B-F185-49A3-BA06-19A401D6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Paper or article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7454D-81DB-4DFF-B8FE-D6234B34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704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[Title and URL]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E4BA9-80C3-46FC-925C-73DC1DB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Code or notebook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E79DE-564C-405F-9CFA-530B23C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00575"/>
            <a:ext cx="704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[Repository URL]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8CC1A-2DC0-4D5B-A25B-AF8EE9F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7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6777"/>
                </a:solidFill>
                <a:latin typeface="Arial"/>
                <a:ea typeface="Arial"/>
                <a:cs typeface="Arial"/>
              </a:rPr>
              <a:t>Stay in touch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6B7AC-6CB3-488B-BEE1-244D5DD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00675"/>
            <a:ext cx="704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3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232D"/>
                </a:solidFill>
                <a:latin typeface="Arial"/>
                <a:ea typeface="Arial"/>
                <a:cs typeface="Arial"/>
              </a:rPr>
              <a:t>[Your professional profile]</a:t>
            </a:r>
          </a:p>
        </p:txBody>
      </p:sp>
    </p:spTree>
    <p:extLst>
      <p:ext uri="{BB962C8B-B14F-4D97-AF65-F5344CB8AC3E}">
        <p14:creationId xmlns:p14="http://schemas.microsoft.com/office/powerpoint/2010/main" val="462659261"/>
      </p:ext>
    </p:extLst>
  </p:cSld>
</p:sld>
</file>

<file path=ppt/theme/theme1.xml><?xml version="1.0" encoding="utf-8"?>
<a:theme xmlns:a="http://schemas.openxmlformats.org/drawingml/2006/main" name="ChatGPT">
  <a:themeElements>
    <a:clrScheme name="Vizuara AI Systems">
      <a:dk1>
        <a:srgbClr val="000000"/>
      </a:dk1>
      <a:lt1>
        <a:srgbClr val="FFFFFF"/>
      </a:lt1>
      <a:dk2>
        <a:srgbClr val="20232D"/>
      </a:dk2>
      <a:lt2>
        <a:srgbClr val="F6F7FA"/>
      </a:lt2>
      <a:accent1>
        <a:srgbClr val="E000E8"/>
      </a:accent1>
      <a:accent2>
        <a:srgbClr val="27A9D8"/>
      </a:accent2>
      <a:accent3>
        <a:srgbClr val="FFB237"/>
      </a:accent3>
      <a:accent4>
        <a:srgbClr val="9565FF"/>
      </a:accent4>
      <a:accent5>
        <a:srgbClr val="08799C"/>
      </a:accent5>
      <a:accent6>
        <a:srgbClr val="B000B8"/>
      </a:accent6>
      <a:hlink>
        <a:srgbClr val="08799C"/>
      </a:hlink>
      <a:folHlink>
        <a:srgbClr val="B000B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zuara AI System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2026-09-27T01:18:38.8620000Z</dcterms:created>
  <dcterms:modified xsi:type="dcterms:W3CDTF">2026-09-27T01:18:38.8630000Z</dcterms:modified>
</coreProperties>
</file>